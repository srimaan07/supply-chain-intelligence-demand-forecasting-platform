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Intelligence</a:t>
            </a:r>
          </a:p>
          <a:p>
            <a:r>
              <a:t>&amp; Demand Forecasting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Portfolio Project | Data Analytics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Retail company with multiple warehouses, 100+ suppliers, 10K+ products</a:t>
            </a:r>
          </a:p>
          <a:p>
            <a:pPr>
              <a:defRPr sz="1800"/>
            </a:pPr>
            <a:r>
              <a:t>Need centralized analytics for inventory, suppliers, and logistics</a:t>
            </a:r>
          </a:p>
          <a:p>
            <a:pPr>
              <a:defRPr sz="1800"/>
            </a:pPr>
            <a:r>
              <a:t>Goals: Prevent stock-outs, optimize inventory, forecast demand</a:t>
            </a:r>
          </a:p>
          <a:p>
            <a:pPr>
              <a:defRPr sz="1800"/>
            </a:pPr>
            <a:r>
              <a:t>Target users: Supply chain managers, analysts, executives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End-to-end analytics platform with ETL, KPIs, ML forecasting</a:t>
            </a:r>
          </a:p>
          <a:p>
            <a:pPr>
              <a:defRPr sz="1800"/>
            </a:pPr>
            <a:r>
              <a:t>520K+ order transactions across 25 warehouses</a:t>
            </a:r>
          </a:p>
          <a:p>
            <a:pPr>
              <a:defRPr sz="1800"/>
            </a:pPr>
            <a:r>
              <a:t>Automated insights and inventory optimization engine</a:t>
            </a:r>
          </a:p>
          <a:p>
            <a:pPr>
              <a:defRPr sz="1800"/>
            </a:pPr>
            <a:r>
              <a:t>Executive dashboards and REST API for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Backend: Python, FastAPI | Database: PostgreSQL</a:t>
            </a:r>
          </a:p>
          <a:p>
            <a:pPr>
              <a:defRPr sz="1800"/>
            </a:pPr>
            <a:r>
              <a:t>Data Processing: Pandas, NumPy</a:t>
            </a:r>
          </a:p>
          <a:p>
            <a:pPr>
              <a:defRPr sz="1800"/>
            </a:pPr>
            <a:r>
              <a:t>ML: Scikit-learn, XGBoost, Facebook Prophet</a:t>
            </a:r>
          </a:p>
          <a:p>
            <a:pPr>
              <a:defRPr sz="1800"/>
            </a:pPr>
            <a:r>
              <a:t>BI: Power BI | Deployment: Docker, Docker Compose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1: Synthetic data generation → ETL → PostgreSQL</a:t>
            </a:r>
          </a:p>
          <a:p>
            <a:pPr>
              <a:defRPr sz="1800"/>
            </a:pPr>
            <a:r>
              <a:t>Phase 2: KPI Engine (Inventory, Supplier, Logistics, Service)</a:t>
            </a:r>
          </a:p>
          <a:p>
            <a:pPr>
              <a:defRPr sz="1800"/>
            </a:pPr>
            <a:r>
              <a:t>Phase 3: 40+ SQL analytics queries with window functions</a:t>
            </a:r>
          </a:p>
          <a:p>
            <a:pPr>
              <a:defRPr sz="1800"/>
            </a:pPr>
            <a:r>
              <a:t>Phase 4-6: Inventory, Supplier, Logistics intelligence modules</a:t>
            </a:r>
          </a:p>
          <a:p>
            <a:pPr>
              <a:defRPr sz="1800"/>
            </a:pPr>
            <a:r>
              <a:t>Phase 7-8: Demand forecasting + Inventory optimization (EOQ)</a:t>
            </a:r>
          </a:p>
          <a:p>
            <a:pPr>
              <a:defRPr sz="1800"/>
            </a:pPr>
            <a:r>
              <a:t>Phase 9-10: Power BI dashboards + Automated insights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Inventory: Turnover ratio, Days of inventory, Carrying cost</a:t>
            </a:r>
          </a:p>
          <a:p>
            <a:pPr>
              <a:defRPr sz="1800"/>
            </a:pPr>
            <a:r>
              <a:t>Supplier: On-time delivery %, Lead time, Reliability score</a:t>
            </a:r>
          </a:p>
          <a:p>
            <a:pPr>
              <a:defRPr sz="1800"/>
            </a:pPr>
            <a:r>
              <a:t>Logistics: Delay rate, Transportation cost, Route efficiency</a:t>
            </a:r>
          </a:p>
          <a:p>
            <a:pPr>
              <a:defRPr sz="1800"/>
            </a:pPr>
            <a:r>
              <a:t>Service: Fill rate, Stock-out frequency, Order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 Models: Linear Regression, Random Forest, XGBoost, Prophet</a:t>
            </a:r>
          </a:p>
          <a:p>
            <a:pPr>
              <a:defRPr sz="1800"/>
            </a:pPr>
            <a:r>
              <a:t>Horizons: 3, 6, and 12 months</a:t>
            </a:r>
          </a:p>
          <a:p>
            <a:pPr>
              <a:defRPr sz="1800"/>
            </a:pPr>
            <a:r>
              <a:t>Evaluation: RMSE, MAE, MAPE</a:t>
            </a:r>
          </a:p>
          <a:p>
            <a:pPr>
              <a:defRPr sz="1800"/>
            </a:pPr>
            <a:r>
              <a:t>Best model selected automatically for production forecasts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500K+ transactions processed with full data quality pipeline</a:t>
            </a:r>
          </a:p>
          <a:p>
            <a:pPr>
              <a:defRPr sz="1800"/>
            </a:pPr>
            <a:r>
              <a:t>Automated reorder recommendations with EOQ and safety stock</a:t>
            </a:r>
          </a:p>
          <a:p>
            <a:pPr>
              <a:defRPr sz="1800"/>
            </a:pPr>
            <a:r>
              <a:t>Supplier scorecards with A-D grading and rankings</a:t>
            </a:r>
          </a:p>
          <a:p>
            <a:pPr>
              <a:defRPr sz="1800"/>
            </a:pPr>
            <a:r>
              <a:t>Actionable insights for stock-out prevention and route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SQL (Advanced): CTEs, Window Functions, Cohort Analysis</a:t>
            </a:r>
          </a:p>
          <a:p>
            <a:pPr>
              <a:defRPr sz="1800"/>
            </a:pPr>
            <a:r>
              <a:t>Python: ETL, Analytics, ML, API Development</a:t>
            </a:r>
          </a:p>
          <a:p>
            <a:pPr>
              <a:defRPr sz="1800"/>
            </a:pPr>
            <a:r>
              <a:t>Data Engineering: Pipeline design, Schema optimization</a:t>
            </a:r>
          </a:p>
          <a:p>
            <a:pPr>
              <a:defRPr sz="1800"/>
            </a:pPr>
            <a:r>
              <a:t>Business Intelligence: KPI design, Dashboard specifications</a:t>
            </a:r>
          </a:p>
          <a:p>
            <a:pPr>
              <a:defRPr sz="1800"/>
            </a:pPr>
            <a:r>
              <a:t>DevOps: Docker containerization, CI-ready 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GitHub: srimaan07/Supply-Chain-Intelligence-Demand-Forecasting-Platform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